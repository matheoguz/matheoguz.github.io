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5617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2011680" y="320040"/>
            <a:ext cx="5120640" cy="4480560"/>
          </a:xfrm>
          <a:prstGeom prst="rect">
            <a:avLst/>
          </a:prstGeom>
          <a:solidFill>
            <a:srgbClr val="FDFAF3"/>
          </a:solidFill>
          <a:ln w="12700">
            <a:solidFill>
              <a:srgbClr val="C4B48A"/>
            </a:solidFill>
            <a:prstDash val="solid"/>
          </a:ln>
          <a:effectLst>
            <a:outerShdw blurRad="203200" dist="762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2743200" y="320040"/>
            <a:ext cx="0" cy="4480560"/>
          </a:xfrm>
          <a:prstGeom prst="line">
            <a:avLst/>
          </a:prstGeom>
          <a:noFill/>
          <a:ln w="12700">
            <a:solidFill>
              <a:srgbClr val="DD606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011680" y="320040"/>
            <a:ext cx="5120640" cy="7315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011680" y="3200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8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DICTÉE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011680" y="7498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BREVET BLANC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94560" y="11887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 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0" y="1426464"/>
            <a:ext cx="18288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029200" y="11887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 :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1426464"/>
            <a:ext cx="10972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194560" y="15544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Prénom :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08960" y="1792224"/>
            <a:ext cx="18288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029200" y="15544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Prénom :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792224"/>
            <a:ext cx="10972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194560" y="1920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 :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08960" y="2157984"/>
            <a:ext cx="18288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029200" y="1920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 :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2157984"/>
            <a:ext cx="10972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194560" y="22860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Classe :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08960" y="2523744"/>
            <a:ext cx="18288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029200" y="22860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Classe :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0" y="2523744"/>
            <a:ext cx="10972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2194560" y="2606040"/>
            <a:ext cx="47548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2011680" y="242316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194560" y="2862072"/>
            <a:ext cx="47548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011680" y="267919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194560" y="3118104"/>
            <a:ext cx="47548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011680" y="293522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194560" y="3374136"/>
            <a:ext cx="47548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2011680" y="3191256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194560" y="3630168"/>
            <a:ext cx="47548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2011680" y="344728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194560" y="3886200"/>
            <a:ext cx="47548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2011680" y="370332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194560" y="4142232"/>
            <a:ext cx="47548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2011680" y="395935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194560" y="448056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 :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43600" y="4462272"/>
            <a:ext cx="914400" cy="274320"/>
          </a:xfrm>
          <a:prstGeom prst="rect">
            <a:avLst/>
          </a:prstGeom>
          <a:solidFill>
            <a:srgbClr val="FDFAF3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5943600" y="4462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___ / 20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2651760" cy="4297680"/>
          </a:xfrm>
          <a:prstGeom prst="rect">
            <a:avLst/>
          </a:prstGeom>
          <a:solidFill>
            <a:srgbClr val="0D1525"/>
          </a:solidFill>
          <a:ln w="12700">
            <a:solidFill>
              <a:srgbClr val="1A2A40"/>
            </a:solidFill>
            <a:prstDash val="solid"/>
          </a:ln>
          <a:effectLst>
            <a:outerShdw blurRad="203200" dist="762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320040" y="411480"/>
            <a:ext cx="265176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20040" y="274320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✉️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3246120" y="411480"/>
            <a:ext cx="2651760" cy="4297680"/>
          </a:xfrm>
          <a:prstGeom prst="rect">
            <a:avLst/>
          </a:prstGeom>
          <a:solidFill>
            <a:srgbClr val="0D1525"/>
          </a:solidFill>
          <a:ln w="12700">
            <a:solidFill>
              <a:srgbClr val="1A2A40"/>
            </a:solidFill>
            <a:prstDash val="solid"/>
          </a:ln>
          <a:effectLst>
            <a:outerShdw blurRad="203200" dist="762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246120" y="411480"/>
            <a:ext cx="265176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246120" y="68580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E8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3246120" y="274320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🗂️</a:t>
            </a:r>
            <a:endParaRPr lang="en-US" sz="7200" dirty="0"/>
          </a:p>
        </p:txBody>
      </p:sp>
      <p:sp>
        <p:nvSpPr>
          <p:cNvPr id="10" name="Shape 8"/>
          <p:cNvSpPr/>
          <p:nvPr/>
        </p:nvSpPr>
        <p:spPr>
          <a:xfrm>
            <a:off x="6172200" y="411480"/>
            <a:ext cx="2651760" cy="4297680"/>
          </a:xfrm>
          <a:prstGeom prst="rect">
            <a:avLst/>
          </a:prstGeom>
          <a:solidFill>
            <a:srgbClr val="0D1525"/>
          </a:solidFill>
          <a:ln w="12700">
            <a:solidFill>
              <a:srgbClr val="1A2A40"/>
            </a:solidFill>
            <a:prstDash val="solid"/>
          </a:ln>
          <a:effectLst>
            <a:outerShdw blurRad="203200" dist="762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172200" y="411480"/>
            <a:ext cx="265176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172200" y="68580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8000" dirty="0"/>
          </a:p>
        </p:txBody>
      </p:sp>
      <p:sp>
        <p:nvSpPr>
          <p:cNvPr id="13" name="Text 11"/>
          <p:cNvSpPr/>
          <p:nvPr/>
        </p:nvSpPr>
        <p:spPr>
          <a:xfrm>
            <a:off x="6172200" y="274320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📈</a:t>
            </a:r>
            <a:endParaRPr lang="en-US" sz="7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11480"/>
            <a:ext cx="3840480" cy="4297680"/>
          </a:xfrm>
          <a:prstGeom prst="rect">
            <a:avLst/>
          </a:prstGeom>
          <a:solidFill>
            <a:srgbClr val="0D1525"/>
          </a:solidFill>
          <a:ln w="12700">
            <a:solidFill>
              <a:srgbClr val="1A2A40"/>
            </a:solidFill>
            <a:prstDash val="solid"/>
          </a:ln>
          <a:effectLst>
            <a:outerShdw blurRad="203200" dist="762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94360" y="411480"/>
            <a:ext cx="384048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94360" y="6858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86%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594360" y="274320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dirty="0">
                <a:solidFill>
                  <a:srgbClr val="000000"/>
                </a:solidFill>
              </a:rPr>
              <a:t>💼</a:t>
            </a:r>
            <a:endParaRPr lang="en-US" sz="9000" dirty="0"/>
          </a:p>
        </p:txBody>
      </p:sp>
      <p:sp>
        <p:nvSpPr>
          <p:cNvPr id="6" name="Shape 4"/>
          <p:cNvSpPr/>
          <p:nvPr/>
        </p:nvSpPr>
        <p:spPr>
          <a:xfrm>
            <a:off x="4709160" y="411480"/>
            <a:ext cx="3840480" cy="4297680"/>
          </a:xfrm>
          <a:prstGeom prst="rect">
            <a:avLst/>
          </a:prstGeom>
          <a:solidFill>
            <a:srgbClr val="0D1525"/>
          </a:solidFill>
          <a:ln w="12700">
            <a:solidFill>
              <a:srgbClr val="1A2A40"/>
            </a:solidFill>
            <a:prstDash val="solid"/>
          </a:ln>
          <a:effectLst>
            <a:outerShdw blurRad="203200" dist="762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709160" y="411480"/>
            <a:ext cx="384048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709160" y="6858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E8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10000" dirty="0"/>
          </a:p>
        </p:txBody>
      </p:sp>
      <p:sp>
        <p:nvSpPr>
          <p:cNvPr id="9" name="Text 7"/>
          <p:cNvSpPr/>
          <p:nvPr/>
        </p:nvSpPr>
        <p:spPr>
          <a:xfrm>
            <a:off x="4709160" y="274320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dirty="0">
                <a:solidFill>
                  <a:srgbClr val="000000"/>
                </a:solidFill>
              </a:rPr>
              <a:t>📉</a:t>
            </a:r>
            <a:endParaRPr lang="en-US" sz="9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71800" y="411480"/>
            <a:ext cx="3200400" cy="4297680"/>
          </a:xfrm>
          <a:prstGeom prst="rect">
            <a:avLst/>
          </a:prstGeom>
          <a:solidFill>
            <a:srgbClr val="0D1525"/>
          </a:solidFill>
          <a:ln w="12700">
            <a:solidFill>
              <a:srgbClr val="1A2A40"/>
            </a:solidFill>
            <a:prstDash val="solid"/>
          </a:ln>
          <a:effectLst>
            <a:outerShdw blurRad="203200" dist="762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2971800" y="411480"/>
            <a:ext cx="320040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971800" y="6858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81%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2971800" y="27432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000000"/>
                </a:solidFill>
              </a:rPr>
              <a:t>✏️</a:t>
            </a:r>
            <a:endParaRPr lang="en-US" sz="10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560320"/>
            <a:ext cx="9144000" cy="2583180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57200" y="3291840"/>
            <a:ext cx="8229600" cy="1188720"/>
          </a:xfrm>
          <a:prstGeom prst="rect">
            <a:avLst/>
          </a:prstGeom>
          <a:noFill/>
          <a:ln/>
          <a:effectLst>
            <a:outerShdw blurRad="203200" dist="76200" dir="8100000" algn="bl" rotWithShape="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Stylo Ortho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4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PREMIER STYLO QUI CORRIGE · SUR PAPIER · EN TEMPS RÉEL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composants essentiels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51760" cy="3200400"/>
          </a:xfrm>
          <a:prstGeom prst="rect">
            <a:avLst/>
          </a:prstGeom>
          <a:solidFill>
            <a:srgbClr val="0D1525"/>
          </a:solidFill>
          <a:ln w="12700">
            <a:solidFill>
              <a:srgbClr val="1A2A40"/>
            </a:solidFill>
            <a:prstDash val="solid"/>
          </a:ln>
          <a:effectLst>
            <a:outerShdw blurRad="203200" dist="762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🧠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2651760" cy="1188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Puce embarquée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651760" cy="3200400"/>
          </a:xfrm>
          <a:prstGeom prst="rect">
            <a:avLst/>
          </a:prstGeom>
          <a:solidFill>
            <a:srgbClr val="0D1525"/>
          </a:solidFill>
          <a:ln w="12700">
            <a:solidFill>
              <a:srgbClr val="1A2A40"/>
            </a:solidFill>
            <a:prstDash val="solid"/>
          </a:ln>
          <a:effectLst>
            <a:outerShdw blurRad="203200" dist="762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265176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383280" y="155448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📚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3383280" y="3200400"/>
            <a:ext cx="2651760" cy="1188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Dictionnaire intégré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2651760" cy="3200400"/>
          </a:xfrm>
          <a:prstGeom prst="rect">
            <a:avLst/>
          </a:prstGeom>
          <a:solidFill>
            <a:srgbClr val="0D1525"/>
          </a:solidFill>
          <a:ln w="12700">
            <a:solidFill>
              <a:srgbClr val="1A2A40"/>
            </a:solidFill>
            <a:prstDash val="solid"/>
          </a:ln>
          <a:effectLst>
            <a:outerShdw blurRad="203200" dist="762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265176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309360" y="155448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🖥️</a:t>
            </a:r>
            <a:endParaRPr lang="en-US" sz="8000" dirty="0"/>
          </a:p>
        </p:txBody>
      </p:sp>
      <p:sp>
        <p:nvSpPr>
          <p:cNvPr id="14" name="Text 12"/>
          <p:cNvSpPr/>
          <p:nvPr/>
        </p:nvSpPr>
        <p:spPr>
          <a:xfrm>
            <a:off x="6309360" y="3200400"/>
            <a:ext cx="2651760" cy="1188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Écran discret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011680" cy="3657600"/>
          </a:xfrm>
          <a:prstGeom prst="roundRect">
            <a:avLst>
              <a:gd name="adj" fmla="val 13636"/>
            </a:avLst>
          </a:prstGeom>
          <a:solidFill>
            <a:srgbClr val="0A0A0A"/>
          </a:solidFill>
          <a:ln w="25400">
            <a:solidFill>
              <a:srgbClr val="333333"/>
            </a:solidFill>
            <a:prstDash val="solid"/>
          </a:ln>
          <a:effectLst>
            <a:outerShdw blurRad="203200" dist="762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2011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330A0A"/>
                </a:solidFill>
              </a:rPr>
              <a:t>✕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📵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4160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E8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 REQUIS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08960" y="36576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Aucun téléphone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Aucune connexion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3108960" y="1920240"/>
            <a:ext cx="5577840" cy="777240"/>
          </a:xfrm>
          <a:prstGeom prst="rect">
            <a:avLst/>
          </a:prstGeom>
          <a:solidFill>
            <a:srgbClr val="0D1525"/>
          </a:solidFill>
          <a:ln w="12700">
            <a:solidFill>
              <a:srgbClr val="1A2A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200400" y="196596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✏️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840480" y="195681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Utilisable partout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40480" y="226771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8"/>
                </a:solidFill>
              </a:rPr>
              <a:t>En classe, à la maison, lors des révisions.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08960" y="2880360"/>
            <a:ext cx="5577840" cy="777240"/>
          </a:xfrm>
          <a:prstGeom prst="rect">
            <a:avLst/>
          </a:prstGeom>
          <a:solidFill>
            <a:srgbClr val="0D1525"/>
          </a:solidFill>
          <a:ln w="12700">
            <a:solidFill>
              <a:srgbClr val="1A2A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200400" y="292608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840480" y="291693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Totalement autonome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40480" y="322783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8"/>
                </a:solidFill>
              </a:rPr>
              <a:t>Fonctionne sans aucun appareil externe.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08960" y="3840480"/>
            <a:ext cx="5577840" cy="777240"/>
          </a:xfrm>
          <a:prstGeom prst="rect">
            <a:avLst/>
          </a:prstGeom>
          <a:solidFill>
            <a:srgbClr val="0D1525"/>
          </a:solidFill>
          <a:ln w="12700">
            <a:solidFill>
              <a:srgbClr val="1A2A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200400" y="38862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840480" y="387705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Autorisé en examen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40480" y="418795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8"/>
                </a:solidFill>
              </a:rPr>
              <a:t>Sans connexion, sans téléphone.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Stylo Ortho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applicationortho.netlify.app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640080"/>
            <a:ext cx="91440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0" dirty="0">
                <a:solidFill>
                  <a:srgbClr val="000000"/>
                </a:solidFill>
              </a:rPr>
              <a:t>📱</a:t>
            </a:r>
            <a:endParaRPr lang="en-US" sz="18000" dirty="0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kern="0" spc="2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applicationortho.netlify.app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926080"/>
            <a:ext cx="9144000" cy="2217420"/>
          </a:xfrm>
          <a:prstGeom prst="rect">
            <a:avLst/>
          </a:prstGeom>
          <a:solidFill>
            <a:srgbClr val="000000">
              <a:alpha val="9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457200" y="3200400"/>
            <a:ext cx="8229600" cy="1554480"/>
          </a:xfrm>
          <a:prstGeom prst="rect">
            <a:avLst/>
          </a:prstGeom>
          <a:noFill/>
          <a:ln/>
          <a:effectLst>
            <a:outerShdw blurRad="203200" dist="76200" dir="8100000" algn="bl" rotWithShape="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Écrive</a:t>
            </a:r>
            <a:r>
              <a:rPr lang="en-US" sz="6400" b="1" i="1" dirty="0">
                <a:solidFill>
                  <a:srgbClr val="E8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r>
              <a:rPr lang="en-US" sz="6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sans doute.</a:t>
            </a:r>
            <a:endParaRPr lang="en-US" sz="6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57200"/>
            <a:ext cx="6400800" cy="4114800"/>
          </a:xfrm>
          <a:prstGeom prst="ellipse">
            <a:avLst/>
          </a:prstGeom>
          <a:solidFill>
            <a:srgbClr val="D4AF37">
              <a:alpha val="6000"/>
            </a:srgbClr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Investissez dans l'avenir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0" y="1097280"/>
            <a:ext cx="0" cy="2743200"/>
          </a:xfrm>
          <a:prstGeom prst="line">
            <a:avLst/>
          </a:prstGeom>
          <a:noFill/>
          <a:ln w="19050">
            <a:solidFill>
              <a:srgbClr val="D4AF3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75 000 €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274320" y="2834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INVESTISSEMENT RECHERCHÉ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09728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14 %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4754880" y="2834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 CAPITAL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3749040"/>
            <a:ext cx="4572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286000" y="3749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Accéder à la facture  →  factureorhto.netlify.app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</Words>
  <Application>Microsoft Macintosh PowerPoint</Application>
  <PresentationFormat>Affichage à l'écran (16:9)</PresentationFormat>
  <Paragraphs>75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Courier New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Stylo Ortho — Pitch Investisseurs</dc:title>
  <dc:subject>PptxGenJS Presentation</dc:subject>
  <dc:creator>PptxGenJS</dc:creator>
  <cp:lastModifiedBy>matheo guzzi</cp:lastModifiedBy>
  <cp:revision>1</cp:revision>
  <dcterms:created xsi:type="dcterms:W3CDTF">2026-06-11T13:44:51Z</dcterms:created>
  <dcterms:modified xsi:type="dcterms:W3CDTF">2026-06-11T13:45:44Z</dcterms:modified>
</cp:coreProperties>
</file>